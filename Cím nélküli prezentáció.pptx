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70" r:id="rId13"/>
    <p:sldId id="271" r:id="rId14"/>
    <p:sldId id="272" r:id="rId15"/>
    <p:sldId id="269" r:id="rId16"/>
    <p:sldId id="267" r:id="rId17"/>
    <p:sldId id="265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Lato" panose="020B0604020202020204" charset="-18"/>
      <p:regular r:id="rId23"/>
      <p:bold r:id="rId24"/>
      <p:italic r:id="rId25"/>
      <p:boldItalic r:id="rId26"/>
    </p:embeddedFont>
    <p:embeddedFont>
      <p:font typeface="Montserrat" panose="020B0604020202020204" charset="-18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zekas Dominik" initials="FD" lastIdx="1" clrIdx="0">
    <p:extLst>
      <p:ext uri="{19B8F6BF-5375-455C-9EA6-DF929625EA0E}">
        <p15:presenceInfo xmlns:p15="http://schemas.microsoft.com/office/powerpoint/2012/main" userId="S-1-5-21-2604211897-728469581-1642377047-1222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07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4T12:46:41.028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DotNyetWork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Projekten Dolgozók</a:t>
            </a:r>
            <a:endParaRPr dirty="0"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Ötvös Bence Elek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Somogyi Bánk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/>
              <a:t>Fazekas Dominik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Eszközeink</a:t>
            </a:r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Topológia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5" name="Google Shape;155;p16" title="topológia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83721"/>
            <a:ext cx="9144000" cy="3411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7842778-9365-46D5-88B1-69C988712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23" y="195203"/>
            <a:ext cx="5782353" cy="4753094"/>
          </a:xfrm>
          <a:prstGeom prst="rect">
            <a:avLst/>
          </a:prstGeom>
        </p:spPr>
      </p:pic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SSH</a:t>
            </a:r>
            <a:endParaRPr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F823660-E971-42C2-8B0B-4C9790FABA21}"/>
              </a:ext>
            </a:extLst>
          </p:cNvPr>
          <p:cNvSpPr txBox="1"/>
          <p:nvPr/>
        </p:nvSpPr>
        <p:spPr>
          <a:xfrm>
            <a:off x="7676444" y="356973"/>
            <a:ext cx="1467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Teszt</a:t>
            </a:r>
            <a:endParaRPr/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546EA56-CE57-45B4-8663-59825161B8F4}"/>
              </a:ext>
            </a:extLst>
          </p:cNvPr>
          <p:cNvSpPr txBox="1"/>
          <p:nvPr/>
        </p:nvSpPr>
        <p:spPr>
          <a:xfrm>
            <a:off x="8015111" y="270933"/>
            <a:ext cx="9479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User</a:t>
            </a:r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9F956935-442A-40B4-8352-0512ED864FC3}"/>
              </a:ext>
            </a:extLst>
          </p:cNvPr>
          <p:cNvSpPr txBox="1"/>
          <p:nvPr/>
        </p:nvSpPr>
        <p:spPr>
          <a:xfrm>
            <a:off x="7811911" y="393750"/>
            <a:ext cx="1174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3669550" y="32110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</a:t>
            </a:r>
            <a:endParaRPr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 10 és 20 létrehozása hálózatok elkülönítése érdekében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Vlan1 megszüntetése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 100 a  native Vlan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Vlan 999 nem használt portok</a:t>
            </a:r>
            <a:endParaRPr/>
          </a:p>
        </p:txBody>
      </p:sp>
      <p:pic>
        <p:nvPicPr>
          <p:cNvPr id="190" name="Google Shape;190;p21" title="vlan.png"/>
          <p:cNvPicPr preferRelativeResize="0"/>
          <p:nvPr/>
        </p:nvPicPr>
        <p:blipFill rotWithShape="1">
          <a:blip r:embed="rId3">
            <a:alphaModFix/>
          </a:blip>
          <a:srcRect b="39788"/>
          <a:stretch/>
        </p:blipFill>
        <p:spPr>
          <a:xfrm>
            <a:off x="1343250" y="3247700"/>
            <a:ext cx="7097850" cy="133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064F7722-3697-48B6-8BCB-F065D194AF13}"/>
              </a:ext>
            </a:extLst>
          </p:cNvPr>
          <p:cNvSpPr txBox="1"/>
          <p:nvPr/>
        </p:nvSpPr>
        <p:spPr>
          <a:xfrm>
            <a:off x="7744178" y="553156"/>
            <a:ext cx="1399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Etherchannel</a:t>
            </a:r>
            <a:endParaRPr/>
          </a:p>
        </p:txBody>
      </p:sp>
      <p:sp>
        <p:nvSpPr>
          <p:cNvPr id="204" name="Google Shape;204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megbízhatóság</a:t>
            </a:r>
            <a:endParaRPr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7525" y="1567550"/>
            <a:ext cx="61150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5B0D86C7-1BA1-4B76-9295-963C1110ECC4}"/>
              </a:ext>
            </a:extLst>
          </p:cNvPr>
          <p:cNvSpPr txBox="1"/>
          <p:nvPr/>
        </p:nvSpPr>
        <p:spPr>
          <a:xfrm>
            <a:off x="7721600" y="393750"/>
            <a:ext cx="1422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>
            <a:spLocks noGrp="1"/>
          </p:cNvSpPr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body" idx="1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r="8164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5D4CBEB-784E-4456-82D2-C702071F0818}"/>
              </a:ext>
            </a:extLst>
          </p:cNvPr>
          <p:cNvSpPr txBox="1"/>
          <p:nvPr/>
        </p:nvSpPr>
        <p:spPr>
          <a:xfrm>
            <a:off x="7868356" y="598311"/>
            <a:ext cx="127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Forgalomirányítás</a:t>
            </a:r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8559A2-C1B2-4349-85C1-4EE00F0B02E1}"/>
              </a:ext>
            </a:extLst>
          </p:cNvPr>
          <p:cNvSpPr txBox="1"/>
          <p:nvPr/>
        </p:nvSpPr>
        <p:spPr>
          <a:xfrm>
            <a:off x="8173156" y="421021"/>
            <a:ext cx="1047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Dinamikus Forgalomirányítás</a:t>
            </a:r>
            <a:endParaRPr/>
          </a:p>
        </p:txBody>
      </p:sp>
      <p:sp>
        <p:nvSpPr>
          <p:cNvPr id="243" name="Google Shape;243;p2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6E664F86-C88D-4E48-AA6D-B1EB6A2999F3}"/>
              </a:ext>
            </a:extLst>
          </p:cNvPr>
          <p:cNvSpPr txBox="1"/>
          <p:nvPr/>
        </p:nvSpPr>
        <p:spPr>
          <a:xfrm>
            <a:off x="8336400" y="393750"/>
            <a:ext cx="96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PPP</a:t>
            </a:r>
            <a:endParaRPr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67FA36-C22B-4C95-9AF2-9C9A281BF7D0}"/>
              </a:ext>
            </a:extLst>
          </p:cNvPr>
          <p:cNvSpPr txBox="1"/>
          <p:nvPr/>
        </p:nvSpPr>
        <p:spPr>
          <a:xfrm>
            <a:off x="8336525" y="393750"/>
            <a:ext cx="973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 Teszt</a:t>
            </a:r>
            <a:endParaRPr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8" name="Google Shape;228;p26" title="hsrp-teszt-kábel-v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 title="hsrp-teszt-kábel-ninc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30475" y="3297300"/>
            <a:ext cx="5315125" cy="162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B19240A-04D1-489B-9B92-30EBC5903D44}"/>
              </a:ext>
            </a:extLst>
          </p:cNvPr>
          <p:cNvSpPr txBox="1"/>
          <p:nvPr/>
        </p:nvSpPr>
        <p:spPr>
          <a:xfrm>
            <a:off x="8240889" y="393751"/>
            <a:ext cx="118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tunnel</a:t>
            </a:r>
            <a:endParaRPr/>
          </a:p>
        </p:txBody>
      </p:sp>
      <p:sp>
        <p:nvSpPr>
          <p:cNvPr id="211" name="Google Shape;211;p24"/>
          <p:cNvSpPr txBox="1">
            <a:spLocks noGrp="1"/>
          </p:cNvSpPr>
          <p:nvPr>
            <p:ph type="body" idx="1"/>
          </p:nvPr>
        </p:nvSpPr>
        <p:spPr>
          <a:xfrm>
            <a:off x="5280725" y="1567550"/>
            <a:ext cx="30558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" dirty="0">
                <a:solidFill>
                  <a:schemeClr val="bg1"/>
                </a:solidFill>
              </a:rPr>
              <a:t>weiss és ruby </a:t>
            </a:r>
            <a:r>
              <a:rPr lang="hu" dirty="0"/>
              <a:t>telephelyek között csináltuk meg</a:t>
            </a:r>
            <a:endParaRPr dirty="0"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4" title="tuntu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200" y="2616321"/>
            <a:ext cx="4975925" cy="237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3DB250-3CC8-45B6-BD2A-F6BEBC4DD089}"/>
              </a:ext>
            </a:extLst>
          </p:cNvPr>
          <p:cNvSpPr txBox="1"/>
          <p:nvPr/>
        </p:nvSpPr>
        <p:spPr>
          <a:xfrm>
            <a:off x="7518400" y="541867"/>
            <a:ext cx="1761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  <a:r>
              <a:rPr lang="hu" b="1" u="sng" dirty="0">
                <a:solidFill>
                  <a:schemeClr val="bg1"/>
                </a:solidFill>
              </a:rPr>
              <a:t> és </a:t>
            </a:r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DHCP</a:t>
            </a:r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body" idx="1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accesspoint tól kapnak DHCP-t</a:t>
            </a:r>
            <a:endParaRPr/>
          </a:p>
        </p:txBody>
      </p:sp>
      <p:pic>
        <p:nvPicPr>
          <p:cNvPr id="197" name="Google Shape;197;p22" title="dhcp.png"/>
          <p:cNvPicPr preferRelativeResize="0"/>
          <p:nvPr/>
        </p:nvPicPr>
        <p:blipFill rotWithShape="1">
          <a:blip r:embed="rId3">
            <a:alphaModFix/>
          </a:blip>
          <a:srcRect l="-42836" r="46682"/>
          <a:stretch/>
        </p:blipFill>
        <p:spPr>
          <a:xfrm>
            <a:off x="610400" y="1514075"/>
            <a:ext cx="796779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dhcp pic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32F8C099-19E5-4D0F-9808-557F42E8FEFA}"/>
              </a:ext>
            </a:extLst>
          </p:cNvPr>
          <p:cNvSpPr txBox="1"/>
          <p:nvPr/>
        </p:nvSpPr>
        <p:spPr>
          <a:xfrm>
            <a:off x="8218311" y="519289"/>
            <a:ext cx="925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DCC51D-C558-402B-934D-18E7B564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55CD0A-442C-488A-9333-CAA5E8F74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AE4183-913C-4839-8864-BAAB8296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800"/>
            <a:ext cx="9144000" cy="4414015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45481AC-651D-45D7-B6B2-8A08AA939A09}"/>
              </a:ext>
            </a:extLst>
          </p:cNvPr>
          <p:cNvSpPr txBox="1"/>
          <p:nvPr/>
        </p:nvSpPr>
        <p:spPr>
          <a:xfrm>
            <a:off x="8336400" y="39375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</p:spTree>
    <p:extLst>
      <p:ext uri="{BB962C8B-B14F-4D97-AF65-F5344CB8AC3E}">
        <p14:creationId xmlns:p14="http://schemas.microsoft.com/office/powerpoint/2010/main" val="736643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00A700-5140-4A36-BD51-13CAD7CDE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D5A857D-E8FA-4D63-8893-A538C4F72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25890FC-7176-4D6C-9EF1-5DE35952E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111" y="1013102"/>
            <a:ext cx="3360711" cy="4130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CB601A-7E70-492A-8F2E-6BC94C233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111" y="1048945"/>
            <a:ext cx="3188289" cy="3948409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1DE2121D-FDC7-444D-B3A2-AFF7EB6B3A35}"/>
              </a:ext>
            </a:extLst>
          </p:cNvPr>
          <p:cNvSpPr txBox="1"/>
          <p:nvPr/>
        </p:nvSpPr>
        <p:spPr>
          <a:xfrm>
            <a:off x="8336400" y="39375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</p:spTree>
    <p:extLst>
      <p:ext uri="{BB962C8B-B14F-4D97-AF65-F5344CB8AC3E}">
        <p14:creationId xmlns:p14="http://schemas.microsoft.com/office/powerpoint/2010/main" val="3863494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62C196-F6E5-44D0-84DB-517B3D3E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C3CDF-2FB8-41CB-B225-4EB1D2E91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6FD0BA-53C5-4809-B679-36F62E673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487" y="0"/>
            <a:ext cx="3258448" cy="514350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4C57D01-F2F8-44E6-97FD-3C7874D57A12}"/>
              </a:ext>
            </a:extLst>
          </p:cNvPr>
          <p:cNvSpPr txBox="1"/>
          <p:nvPr/>
        </p:nvSpPr>
        <p:spPr>
          <a:xfrm>
            <a:off x="4572000" y="643467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</p:spTree>
    <p:extLst>
      <p:ext uri="{BB962C8B-B14F-4D97-AF65-F5344CB8AC3E}">
        <p14:creationId xmlns:p14="http://schemas.microsoft.com/office/powerpoint/2010/main" val="174133942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Microsoft Office PowerPoint</Application>
  <PresentationFormat>Diavetítés a képernyőre (16:9 oldalarány)</PresentationFormat>
  <Paragraphs>56</Paragraphs>
  <Slides>20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20</vt:i4>
      </vt:variant>
    </vt:vector>
  </HeadingPairs>
  <TitlesOfParts>
    <vt:vector size="24" baseType="lpstr">
      <vt:lpstr>Montserrat</vt:lpstr>
      <vt:lpstr>Lato</vt:lpstr>
      <vt:lpstr>Arial</vt:lpstr>
      <vt:lpstr>Focus</vt:lpstr>
      <vt:lpstr>DotNyetWork</vt:lpstr>
      <vt:lpstr>Projekten Dolgozók</vt:lpstr>
      <vt:lpstr>Eszközeink</vt:lpstr>
      <vt:lpstr>Topológia</vt:lpstr>
      <vt:lpstr>IP táblázat</vt:lpstr>
      <vt:lpstr>SSH</vt:lpstr>
      <vt:lpstr>SSH Teszt</vt:lpstr>
      <vt:lpstr>SSH User</vt:lpstr>
      <vt:lpstr>Vlan</vt:lpstr>
      <vt:lpstr>Etherchannel</vt:lpstr>
      <vt:lpstr>HSRP</vt:lpstr>
      <vt:lpstr>Dinamikus Forgalomirányítás</vt:lpstr>
      <vt:lpstr>Dinamikus Forgalomirányítás</vt:lpstr>
      <vt:lpstr>PPP</vt:lpstr>
      <vt:lpstr>HSRP Teszt</vt:lpstr>
      <vt:lpstr>tunnel</vt:lpstr>
      <vt:lpstr>DHCP</vt:lpstr>
      <vt:lpstr>Oldal</vt:lpstr>
      <vt:lpstr>Oldal</vt:lpstr>
      <vt:lpstr>Oldal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DotNyetWork</dc:title>
  <cp:lastModifiedBy>Fazekas Dominik</cp:lastModifiedBy>
  <cp:revision>6</cp:revision>
  <dcterms:modified xsi:type="dcterms:W3CDTF">2025-12-04T11:47:01Z</dcterms:modified>
</cp:coreProperties>
</file>