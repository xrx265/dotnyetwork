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70" r:id="rId13"/>
    <p:sldId id="271" r:id="rId14"/>
    <p:sldId id="272" r:id="rId15"/>
    <p:sldId id="269" r:id="rId16"/>
    <p:sldId id="267" r:id="rId17"/>
    <p:sldId id="265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Lato" panose="020B0604020202020204" charset="-18"/>
      <p:regular r:id="rId23"/>
      <p:bold r:id="rId24"/>
      <p:italic r:id="rId25"/>
      <p:boldItalic r:id="rId26"/>
    </p:embeddedFont>
    <p:embeddedFont>
      <p:font typeface="Montserrat" panose="020B0604020202020204" charset="-18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07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14da508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c14da508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c13a0294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c13a0294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c13a0294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c13a0294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13a02943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c13a02943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c13a0294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c13a0294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99dda798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299dda798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299dda798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299dda798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c13a0294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c13a0294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c13a0294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c13a0294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299dda798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299dda798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299dda79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299dda79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299dda798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299dda798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299dda798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299dda798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c13a02943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c13a02943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299dda79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299dda79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c13a02943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c13a02943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DotNyetWork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366550" y="397727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we nyet to network issues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20033" y="3518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Projekten Dolgozók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546375" y="1567550"/>
            <a:ext cx="77901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Ötvös Bence Elek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Somogyi Bánk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Fazekas Dominik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3633250" y="3453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Eszközeink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50" y="2403450"/>
            <a:ext cx="61722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Topológia</a:t>
            </a:r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5" name="Google Shape;155;p16" title="topológia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3721"/>
            <a:ext cx="9144000" cy="3411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3814775" y="4421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IP táblázat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97842778-9365-46D5-88B1-69C988712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23" y="195203"/>
            <a:ext cx="5782353" cy="4753094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1297500" y="442150"/>
            <a:ext cx="97104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SSH</a:t>
            </a:r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9" name="Google Shape;169;p18" title="SSh-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75" y="2040250"/>
            <a:ext cx="87344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SSH Teszt</a:t>
            </a:r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6" name="Google Shape;176;p19" title="ssh-tesz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1905950"/>
            <a:ext cx="878205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SSH User</a:t>
            </a:r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3" name="Google Shape;183;p20" title="ssh-us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00" y="1685388"/>
            <a:ext cx="5524600" cy="267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3669550" y="3211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Vlan</a:t>
            </a:r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Vlan 10 és 20 létrehozása hálózatok elkülönítése érdekében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Vlan1 megszüntetése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Vlan 100 a  native Vlan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Vlan 999 nem használt portok</a:t>
            </a:r>
            <a:endParaRPr/>
          </a:p>
        </p:txBody>
      </p:sp>
      <p:pic>
        <p:nvPicPr>
          <p:cNvPr id="190" name="Google Shape;190;p21" title="vlan.png"/>
          <p:cNvPicPr preferRelativeResize="0"/>
          <p:nvPr/>
        </p:nvPicPr>
        <p:blipFill rotWithShape="1">
          <a:blip r:embed="rId3">
            <a:alphaModFix/>
          </a:blip>
          <a:srcRect b="39788"/>
          <a:stretch/>
        </p:blipFill>
        <p:spPr>
          <a:xfrm>
            <a:off x="1343250" y="3247700"/>
            <a:ext cx="7097850" cy="13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Etherchannel</a:t>
            </a:r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ruby telephely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megbízhatóság</a:t>
            </a:r>
            <a:endParaRPr/>
          </a:p>
        </p:txBody>
      </p:sp>
      <p:pic>
        <p:nvPicPr>
          <p:cNvPr id="205" name="Google Shape;205;p23" title="EtherChannel-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525" y="1567550"/>
            <a:ext cx="61150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>
            <a:spLocks noGrp="1"/>
          </p:cNvSpPr>
          <p:nvPr>
            <p:ph type="title"/>
          </p:nvPr>
        </p:nvSpPr>
        <p:spPr>
          <a:xfrm>
            <a:off x="3390925" y="4146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HSRP</a:t>
            </a:r>
            <a:endParaRPr/>
          </a:p>
        </p:txBody>
      </p:sp>
      <p:sp>
        <p:nvSpPr>
          <p:cNvPr id="219" name="Google Shape;219;p25"/>
          <p:cNvSpPr txBox="1">
            <a:spLocks noGrp="1"/>
          </p:cNvSpPr>
          <p:nvPr>
            <p:ph type="body" idx="1"/>
          </p:nvPr>
        </p:nvSpPr>
        <p:spPr>
          <a:xfrm>
            <a:off x="1297500" y="956675"/>
            <a:ext cx="7038900" cy="3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ruby router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ruby router 2</a:t>
            </a:r>
            <a:endParaRPr/>
          </a:p>
        </p:txBody>
      </p:sp>
      <p:pic>
        <p:nvPicPr>
          <p:cNvPr id="220" name="Google Shape;220;p25" title="HSRP-config-Ruby-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28763"/>
            <a:ext cx="68389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 title="hsrp-config-Ruby-R2.png"/>
          <p:cNvPicPr preferRelativeResize="0"/>
          <p:nvPr/>
        </p:nvPicPr>
        <p:blipFill rotWithShape="1">
          <a:blip r:embed="rId4">
            <a:alphaModFix/>
          </a:blip>
          <a:srcRect r="8164"/>
          <a:stretch/>
        </p:blipFill>
        <p:spPr>
          <a:xfrm>
            <a:off x="1297500" y="3215875"/>
            <a:ext cx="691075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Dinamikus Forgalomirányítás</a:t>
            </a:r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6" name="Google Shape;236;p27" title="OSPF-ip-protoco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113" y="1198225"/>
            <a:ext cx="4829175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 title="ospf-ipv6-protocol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05" y="1198229"/>
            <a:ext cx="4395701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Dinamikus Forgalomirányítás</a:t>
            </a:r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4" name="Google Shape;244;p28" title="ip-ospf-data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7" y="1567550"/>
            <a:ext cx="4786875" cy="21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 title="ipv6-ospf-databa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852" y="1307850"/>
            <a:ext cx="3509144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4052825" y="393750"/>
            <a:ext cx="42837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PPP</a:t>
            </a:r>
            <a:endParaRPr/>
          </a:p>
        </p:txBody>
      </p:sp>
      <p:sp>
        <p:nvSpPr>
          <p:cNvPr id="251" name="Google Shape;251;p29"/>
          <p:cNvSpPr txBox="1">
            <a:spLocks noGrp="1"/>
          </p:cNvSpPr>
          <p:nvPr>
            <p:ph type="body" idx="1"/>
          </p:nvPr>
        </p:nvSpPr>
        <p:spPr>
          <a:xfrm>
            <a:off x="2270950" y="139160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2" name="Google Shape;252;p29" title="Encapsulation PP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950" y="1963925"/>
            <a:ext cx="4859200" cy="107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 title="Encapsulation PPP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950" y="3236000"/>
            <a:ext cx="4859200" cy="1097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HSRP Teszt</a:t>
            </a:r>
            <a:endParaRPr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8" name="Google Shape;228;p26" title="hsrp-teszt-kábel-v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58849"/>
            <a:ext cx="4251700" cy="1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 title="hsrp-teszt-kábel-nin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0475" y="3297300"/>
            <a:ext cx="5315125" cy="16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tunnel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body" idx="1"/>
          </p:nvPr>
        </p:nvSpPr>
        <p:spPr>
          <a:xfrm>
            <a:off x="5280725" y="1567550"/>
            <a:ext cx="30558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weiss és ruby telephelyek között csináltuk meg</a:t>
            </a:r>
            <a:endParaRPr/>
          </a:p>
        </p:txBody>
      </p:sp>
      <p:pic>
        <p:nvPicPr>
          <p:cNvPr id="212" name="Google Shape;212;p24" title="tu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196" y="938896"/>
            <a:ext cx="3138050" cy="14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 title="tuntu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3200" y="2616321"/>
            <a:ext cx="4975925" cy="237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DHCP</a:t>
            </a:r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body" idx="1"/>
          </p:nvPr>
        </p:nvSpPr>
        <p:spPr>
          <a:xfrm>
            <a:off x="4081725" y="227775"/>
            <a:ext cx="2757300" cy="3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Weiss telephely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laptopok accesspoint tól kapnak DHCP-t</a:t>
            </a:r>
            <a:endParaRPr/>
          </a:p>
        </p:txBody>
      </p:sp>
      <p:pic>
        <p:nvPicPr>
          <p:cNvPr id="197" name="Google Shape;197;p22" title="dhcp.png"/>
          <p:cNvPicPr preferRelativeResize="0"/>
          <p:nvPr/>
        </p:nvPicPr>
        <p:blipFill rotWithShape="1">
          <a:blip r:embed="rId3">
            <a:alphaModFix/>
          </a:blip>
          <a:srcRect l="-42836" r="46682"/>
          <a:stretch/>
        </p:blipFill>
        <p:spPr>
          <a:xfrm>
            <a:off x="610400" y="1514075"/>
            <a:ext cx="796779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title="dhcp pic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488" y="1351375"/>
            <a:ext cx="172402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DCC51D-C558-402B-934D-18E7B564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Oldal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D55CD0A-442C-488A-9333-CAA5E8F74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5AE4183-913C-4839-8864-BAAB82966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800"/>
            <a:ext cx="9144000" cy="441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43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00A700-5140-4A36-BD51-13CAD7CD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Oldal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D5A857D-E8FA-4D63-8893-A538C4F72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25890FC-7176-4D6C-9EF1-5DE35952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11" y="1013102"/>
            <a:ext cx="3360711" cy="413039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4CB601A-7E70-492A-8F2E-6BC94C233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111" y="1048945"/>
            <a:ext cx="3188289" cy="394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94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62C196-F6E5-44D0-84DB-517B3D3E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Oldal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33C3CDF-2FB8-41CB-B225-4EB1D2E91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6FD0BA-53C5-4809-B679-36F62E673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487" y="0"/>
            <a:ext cx="32584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3942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Diavetítés a képernyőre (16:9 oldalarány)</PresentationFormat>
  <Paragraphs>41</Paragraphs>
  <Slides>20</Slides>
  <Notes>17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Montserrat</vt:lpstr>
      <vt:lpstr>Lato</vt:lpstr>
      <vt:lpstr>Arial</vt:lpstr>
      <vt:lpstr>Focus</vt:lpstr>
      <vt:lpstr>DotNyetWork</vt:lpstr>
      <vt:lpstr>Projekten Dolgozók</vt:lpstr>
      <vt:lpstr>Eszközeink</vt:lpstr>
      <vt:lpstr>Topológia</vt:lpstr>
      <vt:lpstr>IP táblázat</vt:lpstr>
      <vt:lpstr>SSH</vt:lpstr>
      <vt:lpstr>SSH Teszt</vt:lpstr>
      <vt:lpstr>SSH User</vt:lpstr>
      <vt:lpstr>Vlan</vt:lpstr>
      <vt:lpstr>Etherchannel</vt:lpstr>
      <vt:lpstr>HSRP</vt:lpstr>
      <vt:lpstr>Dinamikus Forgalomirányítás</vt:lpstr>
      <vt:lpstr>Dinamikus Forgalomirányítás</vt:lpstr>
      <vt:lpstr>PPP</vt:lpstr>
      <vt:lpstr>HSRP Teszt</vt:lpstr>
      <vt:lpstr>tunnel</vt:lpstr>
      <vt:lpstr>DHCP</vt:lpstr>
      <vt:lpstr>Oldal</vt:lpstr>
      <vt:lpstr>Oldal</vt:lpstr>
      <vt:lpstr>Oldal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DotNyetWork</dc:title>
  <cp:lastModifiedBy>Fazekas Dominik</cp:lastModifiedBy>
  <cp:revision>4</cp:revision>
  <dcterms:modified xsi:type="dcterms:W3CDTF">2025-12-04T11:36:02Z</dcterms:modified>
</cp:coreProperties>
</file>