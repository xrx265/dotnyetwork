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embeddedFontLst>
    <p:embeddedFont>
      <p:font typeface="Montserrat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Montserrat-bold.fntdata"/><Relationship Id="rId23" Type="http://schemas.openxmlformats.org/officeDocument/2006/relationships/font" Target="fonts/Montserra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boldItalic.fntdata"/><Relationship Id="rId25" Type="http://schemas.openxmlformats.org/officeDocument/2006/relationships/font" Target="fonts/Montserrat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DotNyetWork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1200">
        <p:fade thruBlk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Proje</a:t>
            </a:r>
            <a:r>
              <a:rPr lang="hu"/>
              <a:t>kten</a:t>
            </a:r>
            <a:r>
              <a:rPr lang="hu"/>
              <a:t> Dolgozók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Ötvös Bence Elek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Somogyi Bánk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Fazekas Dominik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Eszközeink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</a:t>
            </a:r>
            <a:r>
              <a:rPr lang="hu"/>
              <a:t>opológia</a:t>
            </a:r>
            <a:endParaRPr/>
          </a:p>
        </p:txBody>
      </p:sp>
      <p:sp>
        <p:nvSpPr>
          <p:cNvPr id="154" name="Google Shape;154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5" name="Google Shape;155;p16" title="topológia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83721"/>
            <a:ext cx="9144000" cy="3411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2" name="Google Shape;162;p17" title="Képernyőkép 2025-10-22 11020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6950" y="1069525"/>
            <a:ext cx="5629850" cy="390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/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</a:t>
            </a:r>
            <a:endParaRPr/>
          </a:p>
        </p:txBody>
      </p:sp>
      <p:sp>
        <p:nvSpPr>
          <p:cNvPr id="168" name="Google Shape;168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Teszt</a:t>
            </a:r>
            <a:endParaRPr/>
          </a:p>
        </p:txBody>
      </p:sp>
      <p:sp>
        <p:nvSpPr>
          <p:cNvPr id="175" name="Google Shape;175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User</a:t>
            </a:r>
            <a:endParaRPr/>
          </a:p>
        </p:txBody>
      </p:sp>
      <p:sp>
        <p:nvSpPr>
          <p:cNvPr id="182" name="Google Shape;182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/>
          <p:nvPr>
            <p:ph type="title"/>
          </p:nvPr>
        </p:nvSpPr>
        <p:spPr>
          <a:xfrm>
            <a:off x="3669550" y="32110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</a:t>
            </a:r>
            <a:endParaRPr/>
          </a:p>
        </p:txBody>
      </p:sp>
      <p:sp>
        <p:nvSpPr>
          <p:cNvPr id="189" name="Google Shape;189;p2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 10 és 20 létrehozása hálózatok </a:t>
            </a:r>
            <a:r>
              <a:rPr lang="hu"/>
              <a:t>elkülönítése</a:t>
            </a:r>
            <a:r>
              <a:rPr lang="hu"/>
              <a:t> érdekében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Vlan1 megszüntetése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 100 a  native Vlan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Vlan 999 nem használt portok</a:t>
            </a:r>
            <a:endParaRPr/>
          </a:p>
        </p:txBody>
      </p:sp>
      <p:pic>
        <p:nvPicPr>
          <p:cNvPr id="190" name="Google Shape;190;p21" title="vlan.png"/>
          <p:cNvPicPr preferRelativeResize="0"/>
          <p:nvPr/>
        </p:nvPicPr>
        <p:blipFill rotWithShape="1">
          <a:blip r:embed="rId3">
            <a:alphaModFix/>
          </a:blip>
          <a:srcRect b="39788" l="0" r="0" t="0"/>
          <a:stretch/>
        </p:blipFill>
        <p:spPr>
          <a:xfrm>
            <a:off x="1343250" y="3247700"/>
            <a:ext cx="7097850" cy="13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DHCP</a:t>
            </a:r>
            <a:endParaRPr/>
          </a:p>
        </p:txBody>
      </p:sp>
      <p:sp>
        <p:nvSpPr>
          <p:cNvPr id="196" name="Google Shape;196;p22"/>
          <p:cNvSpPr txBox="1"/>
          <p:nvPr>
            <p:ph idx="1" type="body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</a:t>
            </a:r>
            <a:r>
              <a:rPr lang="hu"/>
              <a:t>accesspoint tól</a:t>
            </a:r>
            <a:r>
              <a:rPr lang="hu"/>
              <a:t> kapnak DHCP-t</a:t>
            </a:r>
            <a:endParaRPr/>
          </a:p>
        </p:txBody>
      </p:sp>
      <p:pic>
        <p:nvPicPr>
          <p:cNvPr id="197" name="Google Shape;197;p22" title="dhcp.png"/>
          <p:cNvPicPr preferRelativeResize="0"/>
          <p:nvPr/>
        </p:nvPicPr>
        <p:blipFill rotWithShape="1">
          <a:blip r:embed="rId3">
            <a:alphaModFix/>
          </a:blip>
          <a:srcRect b="0" l="-42836" r="46682" t="0"/>
          <a:stretch/>
        </p:blipFill>
        <p:spPr>
          <a:xfrm>
            <a:off x="610400" y="1514075"/>
            <a:ext cx="796779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dhcp pic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</a:t>
            </a:r>
            <a:r>
              <a:rPr lang="hu"/>
              <a:t>therchannel</a:t>
            </a:r>
            <a:endParaRPr/>
          </a:p>
        </p:txBody>
      </p:sp>
      <p:sp>
        <p:nvSpPr>
          <p:cNvPr id="204" name="Google Shape;204;p2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telephely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megbízhatóság</a:t>
            </a:r>
            <a:endParaRPr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7525" y="1567550"/>
            <a:ext cx="611505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tunnel</a:t>
            </a:r>
            <a:endParaRPr/>
          </a:p>
        </p:txBody>
      </p:sp>
      <p:sp>
        <p:nvSpPr>
          <p:cNvPr id="211" name="Google Shape;211;p24"/>
          <p:cNvSpPr txBox="1"/>
          <p:nvPr>
            <p:ph idx="1" type="body"/>
          </p:nvPr>
        </p:nvSpPr>
        <p:spPr>
          <a:xfrm>
            <a:off x="5280725" y="1567550"/>
            <a:ext cx="30558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hu"/>
              <a:t>weiss és ruby </a:t>
            </a:r>
            <a:r>
              <a:rPr lang="hu"/>
              <a:t>telephelyek</a:t>
            </a:r>
            <a:r>
              <a:rPr lang="hu"/>
              <a:t> </a:t>
            </a:r>
            <a:r>
              <a:rPr lang="hu"/>
              <a:t>között csináltuk meg</a:t>
            </a:r>
            <a:endParaRPr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4" title="tuntu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200" y="2616321"/>
            <a:ext cx="4975925" cy="23719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/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</a:t>
            </a:r>
            <a:endParaRPr/>
          </a:p>
        </p:txBody>
      </p:sp>
      <p:sp>
        <p:nvSpPr>
          <p:cNvPr id="219" name="Google Shape;219;p25"/>
          <p:cNvSpPr txBox="1"/>
          <p:nvPr>
            <p:ph idx="1" type="body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b="0" l="0" r="8164" t="0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 Teszt</a:t>
            </a:r>
            <a:endParaRPr/>
          </a:p>
        </p:txBody>
      </p:sp>
      <p:sp>
        <p:nvSpPr>
          <p:cNvPr id="227" name="Google Shape;227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8" name="Google Shape;228;p26" title="hsrp-teszt-kábel-v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 title="hsrp-teszt-kábel-ninc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30475" y="3297300"/>
            <a:ext cx="5315125" cy="162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</a:t>
            </a:r>
            <a:r>
              <a:rPr lang="hu"/>
              <a:t>orgalomirányítás</a:t>
            </a:r>
            <a:endParaRPr/>
          </a:p>
        </p:txBody>
      </p:sp>
      <p:sp>
        <p:nvSpPr>
          <p:cNvPr id="235" name="Google Shape;235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Forgalomirányítás</a:t>
            </a:r>
            <a:endParaRPr/>
          </a:p>
        </p:txBody>
      </p:sp>
      <p:sp>
        <p:nvSpPr>
          <p:cNvPr id="243" name="Google Shape;243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/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PPP</a:t>
            </a:r>
            <a:endParaRPr/>
          </a:p>
        </p:txBody>
      </p:sp>
      <p:sp>
        <p:nvSpPr>
          <p:cNvPr id="251" name="Google Shape;251;p29"/>
          <p:cNvSpPr txBox="1"/>
          <p:nvPr>
            <p:ph idx="1" type="body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